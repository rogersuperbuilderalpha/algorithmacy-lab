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My question today is an old one from logic, and I think the answer decides whether the word</a:t>
            </a:r>
          </a:p>
          <a:p>
            <a:r>
              <a:t>on this conference's banner names anything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worry. Literacy is a competence for working with a medium — a text, a form, a ledger — that</a:t>
            </a:r>
          </a:p>
          <a:p>
            <a:r>
              <a:t>answers to one party at a time. Algorithmacy, as I use the word, is a competence for coordinating through</a:t>
            </a:r>
          </a:p>
          <a:p>
            <a:r>
              <a:t>a third that both parties determine. The platform that matches a driver and a rider is the obvious case.</a:t>
            </a:r>
          </a:p>
          <a:p/>
          <a:p>
            <a:r>
              <a:t>If every relation among three can be rebuilt out of relations between two, then that third is just two</a:t>
            </a:r>
          </a:p>
          <a:p>
            <a:r>
              <a:t>pairs stacked up, and algorithmacy is literacy applied twice. The word would name nothing new.</a:t>
            </a:r>
          </a:p>
          <a:p/>
          <a:p>
            <a:r>
              <a:t>So the talk turns on whether triads reduce to dyads. Logicians have argued about exactly that for a</a:t>
            </a:r>
          </a:p>
          <a:p>
            <a:r>
              <a:t>hundred and fifty years, and I want to walk through the argument before I say what our lab added to it.</a:t>
            </a:r>
          </a:p>
          <a:p>
            <a:r>
              <a:t>One warning in advance: "reduce" is going to need a precise meaning, and by the end I'll have fixed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argument starts with Charles Sanders Peirce, and it starts earlier than people usually say. Peirce</a:t>
            </a:r>
          </a:p>
          <a:p>
            <a:r>
              <a:t>put both halves of his reduction thesis into a memoir he read in 1870. A relative term cannot be reduced</a:t>
            </a:r>
          </a:p>
          <a:p>
            <a:r>
              <a:t>to absolute terms, he wrote, "nor can a conjugative term be reduced to any combination of simple</a:t>
            </a:r>
          </a:p>
          <a:p>
            <a:r>
              <a:t>relatives". A conjugative term is a relation among three or more. And every relation among more than</a:t>
            </a:r>
          </a:p>
          <a:p>
            <a:r>
              <a:t>two, he said, can be built from relations among three.</a:t>
            </a:r>
          </a:p>
          <a:p/>
          <a:p>
            <a:r>
              <a:t>Notice what he did not do. He did not prove it. In the same memoir he admits, "I have, however, studied</a:t>
            </a:r>
          </a:p>
          <a:p>
            <a:r>
              <a:t>this part of my notation but little." The proof came later, and it came as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Think of a relation as a thing with blanks. Blank-gives-blank-to-blank has three. When you join two</a:t>
            </a:r>
          </a:p>
          <a:p>
            <a:r>
              <a:t>relations you fill one blank of each with the same thing, so two blanks disappear. Join two dyads and</a:t>
            </a:r>
          </a:p>
          <a:p>
            <a:r>
              <a:t>you get two plus two minus two: a dyad again. Join two triads and you get three plus three minus two:</a:t>
            </a:r>
          </a:p>
          <a:p>
            <a:r>
              <a:t>four.</a:t>
            </a:r>
          </a:p>
          <a:p/>
          <a:p>
            <a:r>
              <a:t>In 1897 Peirce put it this way: "artiads, or even-ads, can produce only artiads". Even plus even minus</a:t>
            </a:r>
          </a:p>
          <a:p>
            <a:r>
              <a:t>two stays even, forever. Earlier he gave the picture: "no number of straight roads put end on end will</a:t>
            </a:r>
          </a:p>
          <a:p>
            <a:r>
              <a:t>give more than two termini". Chains and rings are all that dyads can make. Triads can make anything.</a:t>
            </a:r>
          </a:p>
          <a:p/>
          <a:p>
            <a:r>
              <a:t>That is the whole logical argument, and it has one premise hiding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hidden premise is about the junction. The arithmetic works only if a point where three lines meet</a:t>
            </a:r>
          </a:p>
          <a:p>
            <a:r>
              <a:t>counts as a relation in its own right. Peirce said it does: "every node of bonds is equivalent to a</a:t>
            </a:r>
          </a:p>
          <a:p>
            <a:r>
              <a:t>relative".</a:t>
            </a:r>
          </a:p>
          <a:p/>
          <a:p>
            <a:r>
              <a:t>In 1886 Alfred Kempe attacked exactly there. Kempe redrew a triad as an extra unit with three plain links</a:t>
            </a:r>
          </a:p>
          <a:p>
            <a:r>
              <a:t>coming off it, so no relation among three appears anywhere. Peirce took the objection seriously. He</a:t>
            </a:r>
          </a:p>
          <a:p>
            <a:r>
              <a:t>granted in 1892 that Kempe "virtually shows that my algebra is perfectly adequate to expressing that A</a:t>
            </a:r>
          </a:p>
          <a:p>
            <a:r>
              <a:t>gives B to C". What he denied was that expressing a triad this way builds it out of pairs. Kempe's extra</a:t>
            </a:r>
          </a:p>
          <a:p>
            <a:r>
              <a:t>unit, he said, is itself the triad. So from its very first round the dispute has been about one thing —</a:t>
            </a:r>
          </a:p>
          <a:p>
            <a:r>
              <a:t>the status of the junction.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Peirce's favourite example shows what is at stake. Giving is not two handings. If A puts a book down</a:t>
            </a:r>
          </a:p>
          <a:p>
            <a:r>
              <a:t>and C later picks it up, you have, in his words, "merely one dyadic relation followed by another".</a:t>
            </a:r>
          </a:p>
          <a:p>
            <a:r>
              <a:t>Genuine giving is "A's making C the possessor according to Law". The three parties are held in one fact.</a:t>
            </a:r>
          </a:p>
          <a:p/>
          <a:p>
            <a:r>
              <a:t>Keep that pair in mind: the real gift and its imitation. We will meet both again as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was the logic. Now the sociology. In 1902 Georg Simmel made the same step in the life of groups.</a:t>
            </a:r>
          </a:p>
          <a:p>
            <a:r>
              <a:t>In a pair, he wrote, when one member refuses, "only the other remains, without any superindividual</a:t>
            </a:r>
          </a:p>
          <a:p>
            <a:r>
              <a:t>energy". Add a third and something new appears: "each pair of elements are now joined by a broken line".</a:t>
            </a:r>
          </a:p>
          <a:p>
            <a:r>
              <a:t>A and B are now connected directly and also through C.</a:t>
            </a:r>
          </a:p>
          <a:p/>
          <a:p>
            <a:r>
              <a:t>Simmel is not arguing about definability. He is describing a change in the form of a group — the</a:t>
            </a:r>
          </a:p>
          <a:p>
            <a:r>
              <a:t>mediator, the arbitrator, the third who profits from the quarrel of two. His point is that the step from</a:t>
            </a:r>
          </a:p>
          <a:p>
            <a:r>
              <a:t>two to three changes what the group can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But Simmel also saw that three people are not automatically a triad. A third who stays distant from the</a:t>
            </a:r>
          </a:p>
          <a:p>
            <a:r>
              <a:t>other two leaves, in his translator's phrase, "configurations of twos". The German is</a:t>
            </a:r>
          </a:p>
          <a:p>
            <a:r>
              <a:t>Zweierkonfigurationen.</a:t>
            </a:r>
          </a:p>
          <a:p/>
          <a:p>
            <a:r>
              <a:t>Our lab tested a version of this. Simmel's majority of three — each member does what the majority does —</a:t>
            </a:r>
          </a:p>
          <a:p>
            <a:r>
              <a:t>comes out at Φ equal to zero, with no core. Three parties, and nothing binds them. So the count of three</a:t>
            </a:r>
          </a:p>
          <a:p>
            <a:r>
              <a:t>is necessary. It is not sufficient. Hold on to that, because it is the clue to what a genuine triad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reply that made most philosophers stop believing Peirce. In 1915 Leopold Löwenheim showed that</a:t>
            </a:r>
          </a:p>
          <a:p>
            <a:r>
              <a:t>you can code any relation as a relation between two things, provided you add new things — pairs — to</a:t>
            </a:r>
          </a:p>
          <a:p>
            <a:r>
              <a:t>the universe. In 1936 László Kalmár proved a cousin of the result: for deciding questions of logic, one two-place relation letter is enough. In 1954 W. V. Quine published a two-page paper</a:t>
            </a:r>
          </a:p>
          <a:p>
            <a:r>
              <a:t>showing that any theory can be rewritten with "only one predicate letter, and it a dyadic one".</a:t>
            </a:r>
          </a:p>
          <a:p/>
          <a:p>
            <a:r>
              <a:t>Two facts about that paper matter. Quine assumes a fragment of set theory, so the pairs are there to</a:t>
            </a:r>
          </a:p>
          <a:p>
            <a:r>
              <a:t>use. And on the pages we have checked, he does not mention Peirce at all. The reading of Quine as a</a:t>
            </a:r>
          </a:p>
          <a:p>
            <a:r>
              <a:t>refutation of Peirce came from others. Robert Burch reports that the thesis was doubted by many after</a:t>
            </a:r>
          </a:p>
          <a:p>
            <a:r>
              <a:t>Quine's proof. Quine himself never said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pattern I want you to see. Kempe added a unit. Peirce, answering him, pointed to "this</a:t>
            </a:r>
          </a:p>
          <a:p>
            <a:r>
              <a:t>action", an abstraction added to the universe. Löwenheim added pairs. Quine added sets of the form x, y.</a:t>
            </a:r>
          </a:p>
          <a:p>
            <a:r>
              <a:t>Every one of these reductions works by minting a new object that stands for the whole tuple.</a:t>
            </a:r>
          </a:p>
          <a:p/>
          <a:p>
            <a:r>
              <a:t>So what the reductions show is this: a relation among three is expressible with two-place relations over</a:t>
            </a:r>
          </a:p>
          <a:p>
            <a:r>
              <a:t>a larger universe. What they do not show is that it can be composed from pairs among the same parties.</a:t>
            </a:r>
          </a:p>
          <a:p>
            <a:r>
              <a:t>That second claim is the one coordination needs, and Sergiy Koshkin makes the same point about pairing:</a:t>
            </a:r>
          </a:p>
          <a:p>
            <a:r>
              <a:t>it conceals the triad; it does not remove it. This slide is my argument, not a consensus.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logicians after Quine made the disagreement precise. Hans Herzberger showed in 1981 that the thesis holds for one kind of construction and collapses under another. I am relying on Koshkin's account of that paper. Robert Burch built a whole algebra in which it</a:t>
            </a:r>
          </a:p>
          <a:p>
            <a:r>
              <a:t>holds. Joachim Hereth Correia and Reinhard Pöschel gave the strongest proofs.</a:t>
            </a:r>
          </a:p>
          <a:p/>
          <a:p>
            <a:r>
              <a:t>Where does that leave us? Burch, in the Stanford Encyclopedia, draws the peaceful conclusion: "both</a:t>
            </a:r>
          </a:p>
          <a:p>
            <a:r>
              <a:t>Peirce and Quine were correct: the issue entirely depends on exactly what constructive resources are to</a:t>
            </a:r>
          </a:p>
          <a:p>
            <a:r>
              <a:t>be allowed". Koshkin will not accept the truce: "It cannot simply be that Peirce and Quine are both</a:t>
            </a:r>
          </a:p>
          <a:p>
            <a:r>
              <a:t>right." Both sides accept the same theorems. They disagree about which constructions are legitimate —</a:t>
            </a:r>
          </a:p>
          <a:p>
            <a:r>
              <a:t>and the constructions split, again, on the three-way junction.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our move. In logic a junction has no direction. A tuple doesn't say whether one thing fans out to</a:t>
            </a:r>
          </a:p>
          <a:p>
            <a:r>
              <a:t>three, or three things fix one. Causation does say. So we asked the question causally, using integrated</a:t>
            </a:r>
          </a:p>
          <a:p>
            <a:r>
              <a:t>information theory, IIT 4.0, as the instrument.</a:t>
            </a:r>
          </a:p>
          <a:p/>
          <a:p>
            <a:r>
              <a:t>The criterion, fixed before our confirmatory runs: a genuine triad is a party jointly determined by two</a:t>
            </a:r>
          </a:p>
          <a:p>
            <a:r>
              <a:t>others, inside a whole that does not factor. Here is the smallest case. M's next state is A and B</a:t>
            </a:r>
          </a:p>
          <a:p>
            <a:r>
              <a:t>together. A and B each read M. IIT finds the whole irreducible, Φ equal to 2.0, with all three in the</a:t>
            </a:r>
          </a:p>
          <a:p>
            <a:r>
              <a:t>core. And it finds M's own causes irreducibly spanning A and B. That is joint determination in a whole.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test Peirce's thesis invites. We built every system in which each element simply copies one</a:t>
            </a:r>
          </a:p>
          <a:p>
            <a:r>
              <a:t>other element — the causal version of a dyad — at three and four elements: 89 wirings. We had</a:t>
            </a:r>
          </a:p>
          <a:p>
            <a:r>
              <a:t>pre-registered that none would contain a three-party fact. That prediction failed. Branches produced</a:t>
            </a:r>
          </a:p>
          <a:p>
            <a:r>
              <a:t>three-party facts.</a:t>
            </a:r>
          </a:p>
          <a:p/>
          <a:p>
            <a:r>
              <a:t>Then we looked at where they sat. Every one was on the effect side: one element fanning out to several.</a:t>
            </a:r>
          </a:p>
          <a:p>
            <a:r>
              <a:t>Split the two directions and the cause side never goes above 2. No element is ever jointly determined by</a:t>
            </a:r>
          </a:p>
          <a:p>
            <a:r>
              <a:t>two others. I want to be plain about this: that split came after the result, and it is close to true by construction, because a copying element has one cause. What it does is reproduce Peirce's arithmetic in causal</a:t>
            </a:r>
          </a:p>
          <a:p>
            <a:r>
              <a:t>terms, with his branch in its place. It is a calibration, not a discovery.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next slide is where the instrument earns its keep, because it separates things the logical debate ran</a:t>
            </a:r>
          </a:p>
          <a:p>
            <a:r>
              <a:t>together. A mutual pair, a ring of copies and the imitation of giving are all wholes, at Φ equal to 2.0, and none contains a triad. The control, genuine giving and Peirce's sign with a working interpreter</a:t>
            </a:r>
          </a:p>
          <a:p>
            <a:r>
              <a:t>contain joint determination inside a whole. And Simmel's majority has members jointly determined by the</a:t>
            </a:r>
          </a:p>
          <a:p>
            <a:r>
              <a:t>other two while the system as a whole factors, at Φ equal to zero. We wrote that prediction down and published it before we ran it.</a:t>
            </a:r>
          </a:p>
          <a:p/>
          <a:p>
            <a:r>
              <a:t>So wholeness and joint determination come apart in both directions. That is why our lab no longer calls</a:t>
            </a:r>
          </a:p>
          <a:p>
            <a:r>
              <a:t>every irreducible system triadic. We used to. We now require joint determination as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back to the question on the banner. Literacy, in coordination terms, is a chain: a writer fixes a</a:t>
            </a:r>
          </a:p>
          <a:p>
            <a:r>
              <a:t>text, and later a reader reads it. The text is inert while it is read. Even a long correspondence only</a:t>
            </a:r>
          </a:p>
          <a:p>
            <a:r>
              <a:t>loops that chain into a ring, and a ring is a whole with no triad in it.</a:t>
            </a:r>
          </a:p>
          <a:p/>
          <a:p>
            <a:r>
              <a:t>Someone here is about to say: Peirce made every sign triadic, so reading is triadic. Yes. But the sign triad sits inside one reader. It binds the text, what the text is about and one reader's</a:t>
            </a:r>
          </a:p>
          <a:p>
            <a:r>
              <a:t>interpretation. It determines nothing on the other person's side. Every sign is triadic. The</a:t>
            </a:r>
          </a:p>
          <a:p>
            <a:r>
              <a:t>coordination is a chain.</a:t>
            </a:r>
          </a:p>
          <a:p/>
          <a:p>
            <a:r>
              <a:t>Algorithmacy's form is the control. The platform's next state is fixed by both parties at once, and both</a:t>
            </a:r>
          </a:p>
          <a:p>
            <a:r>
              <a:t>read it. In that form, when one party acts, what the third does next turns on the other party she cannot</a:t>
            </a:r>
          </a:p>
          <a:p>
            <a:r>
              <a:t>see. That is the demand a literate reader never faces.</a:t>
            </a:r>
          </a:p>
          <a:p/>
          <a:p>
            <a:r>
              <a:t>I should concede something before you do. Simmel's arbitrator has exactly this form, and there is no</a:t>
            </a:r>
          </a:p>
          <a:p>
            <a:r>
              <a:t>algorithm in it. The target is older than AI. What is new is that this form now runs through ordinary</a:t>
            </a:r>
          </a:p>
          <a:p>
            <a:r>
              <a:t>work and ordinary life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here is the argument, in the sense of "reduce" I promised to fix. Among fixed parties, one-input</a:t>
            </a:r>
          </a:p>
          <a:p>
            <a:r>
              <a:t>mediation never composes joint determination. Joint determination inside a whole exists. So algorithmacy</a:t>
            </a:r>
          </a:p>
          <a:p>
            <a:r>
              <a:t>has a target that literacy cannot build out of its own forms.</a:t>
            </a:r>
          </a:p>
          <a:p/>
          <a:p>
            <a:r>
              <a:t>That is what I mean by an ontological argument for the necessity of algorithmacy. It is ontological</a:t>
            </a:r>
          </a:p>
          <a:p>
            <a:r>
              <a:t>about the target: the kind of coordination exists, and it cannot be composed from literacy's kind. The</a:t>
            </a:r>
          </a:p>
          <a:p>
            <a:r>
              <a:t>necessity is conditional: wherever coordination takes this form, the competence it demands is not</a:t>
            </a:r>
          </a:p>
          <a:p>
            <a:r>
              <a:t>literacy twice.</a:t>
            </a:r>
          </a:p>
          <a:p/>
          <a:p>
            <a:r>
              <a:t>Two limits. These are Boolean models, not people; no worker has been measured. And the strongest</a:t>
            </a:r>
          </a:p>
          <a:p>
            <a:r>
              <a:t>objection is one Quine would enjoy: you have moved the argument from operations to units, because</a:t>
            </a:r>
          </a:p>
          <a:p>
            <a:r>
              <a:t>whether M counts as one party is a choice. IIT has a test for that choice, and running it on this form</a:t>
            </a:r>
          </a:p>
          <a:p>
            <a:r>
              <a:t>is our next step.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 i="0">
                <a:solidFill>
                  <a:srgbClr val="000000"/>
                </a:solidFill>
                <a:latin typeface="Arial"/>
              </a:rPr>
              <a:t>Do Triads Reduce to Dyads?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4577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The Ontology of Algorithmacy</a:t>
            </a:r>
          </a:p>
          <a:p>
            <a:pPr algn="l">
              <a:spcBef>
                <a:spcPts val="1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ALGOCON · Port of Spain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If triads reduce to dyads, algorithmacy names nothing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Literacy: a medium that answers to one party at a time.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Algorithmacy: a third that both parties determine.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Do some triads resist reduction — in the sense that matters for coordination?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Peirce states both clauses in 1870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1">
                <a:solidFill>
                  <a:srgbClr val="000000"/>
                </a:solidFill>
                <a:latin typeface="Arial"/>
              </a:rPr>
              <a:t>nor can a conjugative term be reduced to any combination of simple relatives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Peirce, 1870 (CP 3.144)</a:t>
            </a:r>
          </a:p>
          <a:p>
            <a:pPr algn="l">
              <a:spcBef>
                <a:spcPts val="1400"/>
              </a:spcBef>
            </a:pPr>
            <a:r>
              <a:rPr sz="2400" b="0" i="1">
                <a:solidFill>
                  <a:srgbClr val="000000"/>
                </a:solidFill>
                <a:latin typeface="Arial"/>
              </a:rPr>
              <a:t>I have, however, studied this part of my notation but little.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The argument is arithmetic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000000"/>
                </a:solidFill>
                <a:latin typeface="Courier New"/>
              </a:rPr>
              <a:t>2 + 2 − 2 = 2</a:t>
            </a:r>
          </a:p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000000"/>
                </a:solidFill>
                <a:latin typeface="Courier New"/>
              </a:rPr>
              <a:t>3 + 3 − 2 = 4</a:t>
            </a:r>
          </a:p>
          <a:p>
            <a:pPr algn="l">
              <a:spcBef>
                <a:spcPts val="1400"/>
              </a:spcBef>
            </a:pPr>
            <a:r>
              <a:rPr sz="2400" b="0" i="1">
                <a:solidFill>
                  <a:srgbClr val="000000"/>
                </a:solidFill>
                <a:latin typeface="Arial"/>
              </a:rPr>
              <a:t>artiads, or even-ads, can produce only artiads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Peirce, The Monist, 1897</a:t>
            </a:r>
          </a:p>
          <a:p>
            <a:pPr algn="l">
              <a:spcBef>
                <a:spcPts val="1400"/>
              </a:spcBef>
            </a:pPr>
            <a:r>
              <a:rPr sz="2400" b="0" i="1">
                <a:solidFill>
                  <a:srgbClr val="000000"/>
                </a:solidFill>
                <a:latin typeface="Arial"/>
              </a:rPr>
              <a:t>no number of straight roads put end on end will give more than two termini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Peirce, CP 1.363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Everything turns on the junction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1">
                <a:solidFill>
                  <a:srgbClr val="000000"/>
                </a:solidFill>
                <a:latin typeface="Arial"/>
              </a:rPr>
              <a:t>every node of bonds is equivalent to a relative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Peirce, 1897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Kempe, 1886: a triad = a unit plus three links.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Peirce, 1892: Kempe "virtually shows that my algebra is perfectly adequate to expressing that A gives B to C"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Giving is one fact, not two handings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Genuine: "A's making C the possessor according to Law" (CP 8.331)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Imitation: "merely one dyadic relation followed by another" (CP 1.345)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Simmel: the third opens a second route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Two: when one refuses, "only the other remains, without any superindividual energy"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Three: "each pair of elements are now joined by a broken line"</a:t>
            </a:r>
          </a:p>
          <a:p>
            <a:pPr algn="l">
              <a:spcBef>
                <a:spcPts val="1400"/>
              </a:spcBef>
            </a:pPr>
            <a:r>
              <a:rPr sz="2200" b="0" i="0">
                <a:solidFill>
                  <a:srgbClr val="000000"/>
                </a:solidFill>
                <a:latin typeface="Courier New"/>
              </a:rPr>
              <a:t>A — C — B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Simmel, 1902 (trans. Small)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Three parties are not yet a triad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A distant third leaves "configurations of twos" (Simmel, 1902; 1908)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Lab, Simmel's majority of three: Φ = 0, no core.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One dyadic predicate for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Löwenheim 1915 · Kalmár 1936 · Quine 1954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A theory with "only one predicate letter, and it a dyadic one"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Quine does not name Peirce on the pages read.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Every reduction mints a third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Kempe: a unit · Peirce: "this action" · Löwenheim: pairs · Quine: {x, y}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Expressible over a larger universe ≠ composed from pairs among the same parties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Both right, or not both right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1">
                <a:solidFill>
                  <a:srgbClr val="000000"/>
                </a:solidFill>
                <a:latin typeface="Arial"/>
              </a:rPr>
              <a:t>both Peirce and Quine were correct: the issue entirely depends on exactly what constructive resources are to be allowed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Burch, Stanford Encyclopedia of Philosophy</a:t>
            </a:r>
          </a:p>
          <a:p>
            <a:pPr algn="l">
              <a:spcBef>
                <a:spcPts val="1400"/>
              </a:spcBef>
            </a:pPr>
            <a:r>
              <a:rPr sz="2400" b="0" i="1">
                <a:solidFill>
                  <a:srgbClr val="000000"/>
                </a:solidFill>
                <a:latin typeface="Arial"/>
              </a:rPr>
              <a:t>It cannot simply be that Peirce and Quine are both right.</a:t>
            </a:r>
          </a:p>
          <a:p>
            <a:pPr algn="l">
              <a:spcBef>
                <a:spcPts val="1400"/>
              </a:spcBef>
            </a:pPr>
            <a:r>
              <a:rPr sz="1800" b="0" i="0">
                <a:solidFill>
                  <a:srgbClr val="000000"/>
                </a:solidFill>
                <a:latin typeface="Arial"/>
              </a:rPr>
              <a:t>— Koshkin, 2022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Give the junction a direction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Triad = a party jointly determined by two others, inside a whole that does not factor.</a:t>
            </a:r>
          </a:p>
          <a:p>
            <a:pPr algn="l">
              <a:spcBef>
                <a:spcPts val="1400"/>
              </a:spcBef>
            </a:pPr>
            <a:r>
              <a:rPr sz="2200" b="0" i="0">
                <a:solidFill>
                  <a:srgbClr val="000000"/>
                </a:solidFill>
                <a:latin typeface="Courier New"/>
              </a:rPr>
              <a:t>A → M ← B      M′ = A and B;  A′ = M;  B′ = M</a:t>
            </a:r>
          </a:p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000000"/>
                </a:solidFill>
                <a:latin typeface="Courier New"/>
              </a:rPr>
              <a:t>Φ = 2.0   core {A, M, B}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Composing pairs: the prediction failed, then was located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89 one-input wirings: pre-registered H1 REFUTED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Split afterwards: cause side never above 2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Every excess on the effect side — the branch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Φ alone is not the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Wholes with no triad: mutual dyad, copy ring, imitation of giving — Φ = 2.0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Joint determination in a whole: the control, genuine giving, the pragmatic sign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Joint determination without a whole: Simmel's majority — Φ = 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Two forms of coordination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Literacy: writer → text → reader — a chain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Algorithmacy: A → M ← B, M read by both — a whole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Every sign is triadic. The coordination is a chain.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The target is older than AI: Simmel's arbitrator has the same form.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600" b="1" i="0">
                <a:solidFill>
                  <a:srgbClr val="000000"/>
                </a:solidFill>
                <a:latin typeface="Arial"/>
              </a:rPr>
              <a:t>A target literacy cannot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Among fixed parties, one-input mediation never composes joint determination.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Joint determination in a whole exists.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So algorithmacy has a target of its own.</a:t>
            </a:r>
          </a:p>
          <a:p>
            <a:pPr algn="l">
              <a:spcBef>
                <a:spcPts val="1400"/>
              </a:spcBef>
            </a:pPr>
            <a:r>
              <a:rPr sz="2400" b="0" i="0">
                <a:solidFill>
                  <a:srgbClr val="000000"/>
                </a:solidFill>
                <a:latin typeface="Arial"/>
              </a:rPr>
              <a:t>Boolean models, not people.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