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 My question today is an old one from logic, and I think the answer decides whether the word</a:t>
            </a:r>
          </a:p>
          <a:p>
            <a:r>
              <a:t>on this conference's banner names anything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worry. Literacy is a competence for working with a medium that answers to one party at a</a:t>
            </a:r>
          </a:p>
          <a:p>
            <a:r>
              <a:t>time: a letter, a notice, a manual. One person fixes it, another reads it. Algorithmacy, as I use the</a:t>
            </a:r>
          </a:p>
          <a:p>
            <a:r>
              <a:t>word, is a competence for coordinating through a third that both parties determine, and that acts back</a:t>
            </a:r>
          </a:p>
          <a:p>
            <a:r>
              <a:t>on both. A platform that matches a driver and a rider is the picture most of us have in mind.</a:t>
            </a:r>
          </a:p>
          <a:p/>
          <a:p>
            <a:r>
              <a:t>If every relation among three can be rebuilt out of relations between two, then that third is just two</a:t>
            </a:r>
          </a:p>
          <a:p>
            <a:r>
              <a:t>pairs stacked up, and algorithmacy is literacy applied twice. The word would name nothing new.</a:t>
            </a:r>
          </a:p>
          <a:p/>
          <a:p>
            <a:r>
              <a:t>So the talk turns on whether triads reduce to dyads. Logicians have argued about exactly that for a</a:t>
            </a:r>
          </a:p>
          <a:p>
            <a:r>
              <a:t>hundred and fifty years, and I want to walk through the argument before I say what our lab added. One</a:t>
            </a:r>
          </a:p>
          <a:p>
            <a:r>
              <a:t>warning: "reduce" is going to need a precise meaning, and halfway through I'll fix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argument starts with Charles Sanders Peirce, and earlier than people usually say. Peirce put both</a:t>
            </a:r>
          </a:p>
          <a:p>
            <a:r>
              <a:t>halves of his reduction thesis into a memoir he read in 1870. A relative term cannot be reduced to</a:t>
            </a:r>
          </a:p>
          <a:p>
            <a:r>
              <a:t>absolute terms, he wrote, "nor can a conjugative term be reduced to any combination of simple</a:t>
            </a:r>
          </a:p>
          <a:p>
            <a:r>
              <a:t>relatives". A conjugative term is a relation among three or more. And every relation among four or</a:t>
            </a:r>
          </a:p>
          <a:p>
            <a:r>
              <a:t>more, he said, can be built from relations among three.</a:t>
            </a:r>
          </a:p>
          <a:p/>
          <a:p>
            <a:r>
              <a:t>Notice what he did not do. He gave no argument for it there. The argument came later, and it came as</a:t>
            </a:r>
          </a:p>
          <a:p>
            <a:r>
              <a:t>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Think of a relation as a thing with blanks. Blank-gives-blank-to-blank has three. When you join two</a:t>
            </a:r>
          </a:p>
          <a:p>
            <a:r>
              <a:t>relations you fill one blank of each with the same thing, so two blanks disappear. Join two dyads and you</a:t>
            </a:r>
          </a:p>
          <a:p>
            <a:r>
              <a:t>get two plus two minus two: a dyad again. Join two triads and you get three plus three minus two: four.</a:t>
            </a:r>
          </a:p>
          <a:p/>
          <a:p>
            <a:r>
              <a:t>In 1897 Peirce put it this way: "artiads, or even-ads, can produce only artiads". Even plus even minus</a:t>
            </a:r>
          </a:p>
          <a:p>
            <a:r>
              <a:t>two stays even, forever. Elsewhere he gave the picture: "no number of straight roads put end on end will</a:t>
            </a:r>
          </a:p>
          <a:p>
            <a:r>
              <a:t>give more than two termini". Chains and rings are all that dyads can make. Triads can make anything.</a:t>
            </a:r>
          </a:p>
          <a:p/>
          <a:p>
            <a:r>
              <a:t>That is the logical argument, and it rests on one premise.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premise is about the junction. The arithmetic works only if a point where three lines meet counts as</a:t>
            </a:r>
          </a:p>
          <a:p>
            <a:r>
              <a:t>a relation in its own right.</a:t>
            </a:r>
          </a:p>
          <a:p/>
          <a:p>
            <a:r>
              <a:t>In 1886 Alfred Kempe challenged the negative clause. He redrew a triad as an extra unit with three plain</a:t>
            </a:r>
          </a:p>
          <a:p>
            <a:r>
              <a:t>links coming off it, so that no relation among three appears anywhere. Peirce took the objection</a:t>
            </a:r>
          </a:p>
          <a:p>
            <a:r>
              <a:t>seriously. In 1892 he answered that Kempe's picture still contains mediation, in "the attachment of lines</a:t>
            </a:r>
          </a:p>
          <a:p>
            <a:r>
              <a:t>to spots", and that the extra unit comes from an abstraction the diagram never shows being made. In 1897</a:t>
            </a:r>
          </a:p>
          <a:p>
            <a:r>
              <a:t>he stated the premise outright: "every node of bonds is equivalent to a relative". So from the first</a:t>
            </a:r>
          </a:p>
          <a:p>
            <a:r>
              <a:t>round the dispute has been about the junction, and about the object that fills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Peirce's favourite example shows what is at stake. If A throws something away and it happens to hit C,</a:t>
            </a:r>
          </a:p>
          <a:p>
            <a:r>
              <a:t>you have, in his words, "merely one dyadic relation followed by another". Genuine giving is "A's making C</a:t>
            </a:r>
          </a:p>
          <a:p>
            <a:r>
              <a:t>the possessor according to Law". The three parties are held in one fact.</a:t>
            </a:r>
          </a:p>
          <a:p/>
          <a:p>
            <a:r>
              <a:t>Keep that pair in mind, the real gift and its imitation. We will meet a model of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That was the logic. Now the sociology. In 1902 Georg Simmel made the same step in the life of groups. In</a:t>
            </a:r>
          </a:p>
          <a:p>
            <a:r>
              <a:t>a pair, he wrote, when one member refuses, "only the other remains, without any superindividual energy".</a:t>
            </a:r>
          </a:p>
          <a:p>
            <a:r>
              <a:t>Add a third and something new appears: "each pair of elements are now joined by a broken line". A and B</a:t>
            </a:r>
          </a:p>
          <a:p>
            <a:r>
              <a:t>are still connected directly, and now also through C, and the same holds for every pair.</a:t>
            </a:r>
          </a:p>
          <a:p/>
          <a:p>
            <a:r>
              <a:t>Simmel is not arguing about definability. He is describing a change in the form of a group: the</a:t>
            </a:r>
          </a:p>
          <a:p>
            <a:r>
              <a:t>mediator, the arbitrator, the third who profits from the quarrel of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But Simmel also saw that three people are not automatically a triad. He set aside a third so distant</a:t>
            </a:r>
          </a:p>
          <a:p>
            <a:r>
              <a:t>from the other two that it unites them only as a pair facing it. There he finds, in his translator's</a:t>
            </a:r>
          </a:p>
          <a:p>
            <a:r>
              <a:t>phrase, "configurations of twos". The German is Zweierkonfigurationen.</a:t>
            </a:r>
          </a:p>
          <a:p/>
          <a:p>
            <a:r>
              <a:t>So three is necessary. It is not sufficient. Hold on to that, because the question of what makes three</a:t>
            </a:r>
          </a:p>
          <a:p>
            <a:r>
              <a:t>into one is where our lab comes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First, though, the result that led many to doubt Peirce, although none of its authors aimed it at him.</a:t>
            </a:r>
          </a:p>
          <a:p>
            <a:r>
              <a:t>In 1915 Leopold Löwenheim showed that two-place relations suffice to express any relation, provided you</a:t>
            </a:r>
          </a:p>
          <a:p>
            <a:r>
              <a:t>add new objects, pairs, to the domain. In 1936 László Kalmár showed that, for deciding satisfiability,</a:t>
            </a:r>
          </a:p>
          <a:p>
            <a:r>
              <a:t>a single two-place relation is enough. And in 1954 W. V. Quine published a short paper showing that any</a:t>
            </a:r>
          </a:p>
          <a:p>
            <a:r>
              <a:t>first-order theory can be rewritten with "only one predicate letter, and it a dyadic one".</a:t>
            </a:r>
          </a:p>
          <a:p/>
          <a:p>
            <a:r>
              <a:t>Quine assumes a fragment of set theory, so the pairs are there to use. On the pages we have checked he</a:t>
            </a:r>
          </a:p>
          <a:p>
            <a:r>
              <a:t>does not mention Peirce, and Koshkin reports that he never connected the result to Peirce. Others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what these reductions do. Take "A gives B to C". Mint a new object, g, the giving. Now write three</a:t>
            </a:r>
          </a:p>
          <a:p>
            <a:r>
              <a:t>pairs: g's giver is A, g's gift is B, g's recipient is C. Every relation is two-place. But g is a new</a:t>
            </a:r>
          </a:p>
          <a:p>
            <a:r>
              <a:t>thing, and it holds the three together. Kempe's unit is that object. So is Peirce's "this action", and so</a:t>
            </a:r>
          </a:p>
          <a:p>
            <a:r>
              <a:t>are Löwenheim's and Quine's pairs.</a:t>
            </a:r>
          </a:p>
          <a:p/>
          <a:p>
            <a:r>
              <a:t>The logicians made this exact. Hereth Correia and Pöschel proved, and Koshkin has since sharpened, that</a:t>
            </a:r>
          </a:p>
          <a:p>
            <a:r>
              <a:t>dyads build a triad only with a three-way junction: a minted object, or a variable shared three ways.</a:t>
            </a:r>
          </a:p>
          <a:p>
            <a:r>
              <a:t>Without one, never. Koshkin puts it in logical terms: the pairing construction hides a three-way</a:t>
            </a:r>
          </a:p>
          <a:p>
            <a:r>
              <a:t>junction.</a:t>
            </a:r>
          </a:p>
          <a:p/>
          <a:p>
            <a:r>
              <a:t>Why should coordination care about the difference? Because a coordination between two people presupposes</a:t>
            </a:r>
          </a:p>
          <a:p>
            <a:r>
              <a:t>that each can act on their own. Fuse them into one unit, or route them through a new object, and you have</a:t>
            </a:r>
          </a:p>
          <a:p>
            <a:r>
              <a:t>changed who is coordinating.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Robert Burch built an algebra, PAL, and proved the thesis in it, but only with a restriction on when</a:t>
            </a:r>
          </a:p>
          <a:p>
            <a:r>
              <a:t>products may be formed. Hereth Correia and Pöschel removed the restriction and gave the strongest proofs.</a:t>
            </a:r>
          </a:p>
          <a:p>
            <a:r>
              <a:t>Hans Herzberger, in 1981, had shown that the thesis holds for one kind of construction and collapses</a:t>
            </a:r>
          </a:p>
          <a:p>
            <a:r>
              <a:t>under another. I am relying on Koshkin's account of that paper.</a:t>
            </a:r>
          </a:p>
          <a:p/>
          <a:p>
            <a:r>
              <a:t>Where does that leave us? Burch, in the Stanford Encyclopedia, draws the peaceful conclusion: "both</a:t>
            </a:r>
          </a:p>
          <a:p>
            <a:r>
              <a:t>Peirce and Quine were correct: the issue entirely depends on exactly what constructive resources are to</a:t>
            </a:r>
          </a:p>
          <a:p>
            <a:r>
              <a:t>be allowed". Koshkin will not accept the truce: "It cannot simply be that Peirce and Quine are both</a:t>
            </a:r>
          </a:p>
          <a:p>
            <a:r>
              <a:t>right." His view is that if you allow any construction and count each three-way junction as a triad,</a:t>
            </a:r>
          </a:p>
          <a:p>
            <a:r>
              <a:t>the thesis comes out true. The split, again, is over the junction.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our move. In logic a junction has no direction. A tuple doesn't say whether one thing fans out to</a:t>
            </a:r>
          </a:p>
          <a:p>
            <a:r>
              <a:t>three, or three things fix one. Causation does say. So we asked the question causally, with integrated</a:t>
            </a:r>
          </a:p>
          <a:p>
            <a:r>
              <a:t>information theory, IIT 4.0, as the instrument. IIT asks one question of a system: cut it into</a:t>
            </a:r>
          </a:p>
          <a:p>
            <a:r>
              <a:t>independent parts, and what do you lose? Φ measures what is lost under the least damaging cut. If Φ is</a:t>
            </a:r>
          </a:p>
          <a:p>
            <a:r>
              <a:t>zero, the system splits into parts. If Φ is above zero, every cut loses something.</a:t>
            </a:r>
          </a:p>
          <a:p/>
          <a:p>
            <a:r>
              <a:t>Now the sense of "reduce" I promised. From here on, to reduce a form is to rebuild it among the same</a:t>
            </a:r>
          </a:p>
          <a:p>
            <a:r>
              <a:t>parties, out of links in which each element answers to just one other. In Quine's sense, triads reduce.</a:t>
            </a:r>
          </a:p>
          <a:p>
            <a:r>
              <a:t>In this sense, the question is open.</a:t>
            </a:r>
          </a:p>
          <a:p/>
          <a:p>
            <a:r>
              <a:t>And the criterion: a genuine triad is a party jointly determined by two others, inside a whole that does</a:t>
            </a:r>
          </a:p>
          <a:p>
            <a:r>
              <a:t>not factor. I chose that criterion after our first probes. We then pre-registered a test of it and ran</a:t>
            </a:r>
          </a:p>
          <a:p>
            <a:r>
              <a:t>it on new cases. Here is the smallest example; we call it the control. M turns on only when A and B are</a:t>
            </a:r>
          </a:p>
          <a:p>
            <a:r>
              <a:t>both on, like a deal that closes only if both sign, and A and B each follow M. Φ is 2.0, with all three in</a:t>
            </a:r>
          </a:p>
          <a:p>
            <a:r>
              <a:t>the core. The two arrows into M are not two pairs: M's rule takes A and B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the test Peirce's thesis invites. We built every system in which each element simply copies one</a:t>
            </a:r>
          </a:p>
          <a:p>
            <a:r>
              <a:t>other element, at three and four elements: 89 wirings. In these models every element, the parties</a:t>
            </a:r>
          </a:p>
          <a:p>
            <a:r>
              <a:t>included, answers to one other. We had pre-registered that none would contain a three-party fact. That</a:t>
            </a:r>
          </a:p>
          <a:p>
            <a:r>
              <a:t>prediction failed. Branches made three-party facts.</a:t>
            </a:r>
          </a:p>
          <a:p/>
          <a:p>
            <a:r>
              <a:t>Then we looked at where they sat. Every one was a fan-out: one element read by several. And the systems</a:t>
            </a:r>
          </a:p>
          <a:p>
            <a:r>
              <a:t>that had them all split into parts, at Φ equal to zero. On the cause side, a fact never spans more than</a:t>
            </a:r>
          </a:p>
          <a:p>
            <a:r>
              <a:t>the element and its one source. No element is ever jointly determined by two others. That split came</a:t>
            </a:r>
          </a:p>
          <a:p>
            <a:r>
              <a:t>after the result, and it is close to true by construction, because a copying element has one cause. What</a:t>
            </a:r>
          </a:p>
          <a:p>
            <a:r>
              <a:t>it does is reproduce Peirce's arithmetic in causal terms, with his branch in its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the instrument earns its keep, because it separates things the logical debate ran together.</a:t>
            </a:r>
          </a:p>
          <a:p>
            <a:r>
              <a:t>A mutual pair, a ring of copies and our model of the imitation of giving are all wholes, at Φ equal to</a:t>
            </a:r>
          </a:p>
          <a:p>
            <a:r>
              <a:t>2.0. The imitation model closes the loop, because what the receiver holds feeds back to the giver. That</a:t>
            </a:r>
          </a:p>
          <a:p>
            <a:r>
              <a:t>return makes it one whole, but no party in it is fixed by two others.</a:t>
            </a:r>
          </a:p>
          <a:p/>
          <a:p>
            <a:r>
              <a:t>The control, genuine giving, and a model of a sign whose interpretation acts back on its object all have</a:t>
            </a:r>
          </a:p>
          <a:p>
            <a:r>
              <a:t>joint determination inside a whole. And in a fresh sample we pre-registered, eleven of thirty forms have</a:t>
            </a:r>
          </a:p>
          <a:p>
            <a:r>
              <a:t>a party jointly determined by two others while the system splits into parts. So wholeness and joint</a:t>
            </a:r>
          </a:p>
          <a:p>
            <a:r>
              <a:t>determination come apart in both directions. That is why our lab no longer calls every irreducible system</a:t>
            </a:r>
          </a:p>
          <a:p>
            <a:r>
              <a:t>triadic. We used to. We now require joint determination as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back to the question on the banner. Literacy, in coordination terms, is a chain: a writer fixes a</a:t>
            </a:r>
          </a:p>
          <a:p>
            <a:r>
              <a:t>text, and later a reader reads it. The text is inert while it is read. Even a long correspondence only</a:t>
            </a:r>
          </a:p>
          <a:p>
            <a:r>
              <a:t>loops the chain into a ring, and a ring is a whole with no triad in it.</a:t>
            </a:r>
          </a:p>
          <a:p/>
          <a:p>
            <a:r>
              <a:t>Someone here is about to say: Peirce made every sign triadic, so reading is triadic. Yes. But the sign</a:t>
            </a:r>
          </a:p>
          <a:p>
            <a:r>
              <a:t>triad closes in one reader. It binds the text, what the text is about and one reader's interpretation,</a:t>
            </a:r>
          </a:p>
          <a:p>
            <a:r>
              <a:t>and it determines nothing on the other person's side. Every sign is triadic. The coordination is a chain.</a:t>
            </a:r>
          </a:p>
          <a:p/>
          <a:p>
            <a:r>
              <a:t>Algorithmacy's form is the control: a third set by both parties at once, which both then read. A</a:t>
            </a:r>
          </a:p>
          <a:p>
            <a:r>
              <a:t>matching platform plausibly has this form. Whether a given platform does depends on its rule, and no one</a:t>
            </a:r>
          </a:p>
          <a:p>
            <a:r>
              <a:t>has modelled that yet. In this form, one party's own act settles what the third does only some of the</a:t>
            </a:r>
          </a:p>
          <a:p>
            <a:r>
              <a:t>time. Otherwise it turns on the other party's act, so she has to infer the side she cannot see.</a:t>
            </a:r>
          </a:p>
          <a:p/>
          <a:p>
            <a:r>
              <a:t>I should concede something before you do. Simmel's arbitrator meets this criterion, and there is no</a:t>
            </a:r>
          </a:p>
          <a:p>
            <a:r>
              <a:t>algorithm in it. So does a tally that both sides write and both read. The criterion is about form, not</a:t>
            </a:r>
          </a:p>
          <a:p>
            <a:r>
              <a:t>about machines. My historical premise, not a lab result, is that this form now runs through ordinary work</a:t>
            </a:r>
          </a:p>
          <a:p>
            <a:r>
              <a:t>and ordinary life at scale, mostly through algorithms. That is why I use the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here is the argument, in the sense of "reduce" I fixed. Among fixed parties, one-input determination</a:t>
            </a:r>
          </a:p>
          <a:p>
            <a:r>
              <a:t>never composes joint determination. Joint determination inside a whole exists. So coordination through a</a:t>
            </a:r>
          </a:p>
          <a:p>
            <a:r>
              <a:t>jointly determined third has a target of its own.</a:t>
            </a:r>
          </a:p>
          <a:p/>
          <a:p>
            <a:r>
              <a:t>One premise carries us from form to competence: to coordinate through such a third, you have to</a:t>
            </a:r>
          </a:p>
          <a:p>
            <a:r>
              <a:t>anticipate what it will do, and here that means inferring the party you cannot see. Grant that, and the</a:t>
            </a:r>
          </a:p>
          <a:p>
            <a:r>
              <a:t>competence is not literacy twice. That is what I mean by an ontological argument for the necessity of</a:t>
            </a:r>
          </a:p>
          <a:p>
            <a:r>
              <a:t>algorithmacy. It is ontological about the target: the kind exists, and literacy's forms cannot compose</a:t>
            </a:r>
          </a:p>
          <a:p>
            <a:r>
              <a:t>it. The necessity is conditional: wherever coordination takes this form, the competence it demands is</a:t>
            </a:r>
          </a:p>
          <a:p>
            <a:r>
              <a:t>algorithmacy.</a:t>
            </a:r>
          </a:p>
          <a:p/>
          <a:p>
            <a:r>
              <a:t>Two limits. These are Boolean models, not people: no worker has been measured and no platform's rule</a:t>
            </a:r>
          </a:p>
          <a:p>
            <a:r>
              <a:t>modelled. And the strongest objection is one Quine would enjoy: whether A and B count as separate units</a:t>
            </a:r>
          </a:p>
          <a:p>
            <a:r>
              <a:t>is a choice. IIT has its own test for that choice, and running it on this form is our next step. Thank</a:t>
            </a:r>
          </a:p>
          <a:p>
            <a:r>
              <a:t>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14630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4400" b="1" i="0">
                <a:solidFill>
                  <a:srgbClr val="000000"/>
                </a:solidFill>
                <a:latin typeface="Arial"/>
              </a:rPr>
              <a:t>Do Triads Reduce to Dyads?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4577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000000"/>
                </a:solidFill>
                <a:latin typeface="Arial"/>
              </a:rPr>
              <a:t>The Ontology of Algorithmacy</a:t>
            </a:r>
          </a:p>
          <a:p>
            <a:pPr algn="l">
              <a:spcBef>
                <a:spcPts val="1400"/>
              </a:spcBef>
            </a:pPr>
            <a:r>
              <a:rPr sz="2200" b="0" i="0">
                <a:solidFill>
                  <a:srgbClr val="000000"/>
                </a:solidFill>
                <a:latin typeface="Arial"/>
              </a:rPr>
              <a:t>ALGOCON · Port of Spain ·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If triads reduce to dyads, algorithmacy names nothing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Literacy: a medium that answers to one party at a time — a letter, a notice, a manual.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Algorithmacy: a third that both parties determine, and that acts back on both.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Do some triads resist reduction, in the sense that matters for coordination?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Peirce states both clauses in 1870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1">
                <a:solidFill>
                  <a:srgbClr val="000000"/>
                </a:solidFill>
                <a:latin typeface="Arial"/>
              </a:rPr>
              <a:t>nor can a conjugative term be reduced to any combination of simple relatives</a:t>
            </a:r>
          </a:p>
          <a:p>
            <a:pPr algn="l">
              <a:spcBef>
                <a:spcPts val="1400"/>
              </a:spcBef>
            </a:pPr>
            <a:r>
              <a:rPr sz="1800" b="0" i="0">
                <a:solidFill>
                  <a:srgbClr val="000000"/>
                </a:solidFill>
                <a:latin typeface="Arial"/>
              </a:rPr>
              <a:t>— Peirce, 1870 (CP 3.144)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Every relation among four or more: built from relations among three.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Asserted, not yet argued.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The argument is arithmetic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000000"/>
                </a:solidFill>
                <a:latin typeface="Courier New"/>
              </a:rPr>
              <a:t>2 + 2 − 2 = 2</a:t>
            </a:r>
          </a:p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000000"/>
                </a:solidFill>
                <a:latin typeface="Courier New"/>
              </a:rPr>
              <a:t>3 + 3 − 2 = 4</a:t>
            </a:r>
          </a:p>
          <a:p>
            <a:pPr algn="l">
              <a:spcBef>
                <a:spcPts val="1400"/>
              </a:spcBef>
            </a:pPr>
            <a:r>
              <a:rPr sz="2400" b="0" i="1">
                <a:solidFill>
                  <a:srgbClr val="000000"/>
                </a:solidFill>
                <a:latin typeface="Arial"/>
              </a:rPr>
              <a:t>artiads, or even-ads, can produce only artiads</a:t>
            </a:r>
          </a:p>
          <a:p>
            <a:pPr algn="l">
              <a:spcBef>
                <a:spcPts val="1400"/>
              </a:spcBef>
            </a:pPr>
            <a:r>
              <a:rPr sz="1800" b="0" i="0">
                <a:solidFill>
                  <a:srgbClr val="000000"/>
                </a:solidFill>
                <a:latin typeface="Arial"/>
              </a:rPr>
              <a:t>— Peirce, The Monist, 1897</a:t>
            </a:r>
          </a:p>
          <a:p>
            <a:pPr algn="l">
              <a:spcBef>
                <a:spcPts val="1400"/>
              </a:spcBef>
            </a:pPr>
            <a:r>
              <a:rPr sz="2400" b="0" i="1">
                <a:solidFill>
                  <a:srgbClr val="000000"/>
                </a:solidFill>
                <a:latin typeface="Arial"/>
              </a:rPr>
              <a:t>no number of straight roads put end on end will give more than two termini</a:t>
            </a:r>
          </a:p>
          <a:p>
            <a:pPr algn="l">
              <a:spcBef>
                <a:spcPts val="1400"/>
              </a:spcBef>
            </a:pPr>
            <a:r>
              <a:rPr sz="1800" b="0" i="0">
                <a:solidFill>
                  <a:srgbClr val="000000"/>
                </a:solidFill>
                <a:latin typeface="Arial"/>
              </a:rPr>
              <a:t>— Peirce, CP 1.363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Everything turns on the junction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Kempe, 1886: a triad = a unit plus three links. No relation among three.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Peirce, 1892: mediation is still there, in "the attachment of lines to spots"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Peirce, 1897: "every node of bonds is equivalent to a relative"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Giving is one fact, not two events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Genuine: "A's making C the possessor according to Law" (CP 8.331)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Imitation: A throws B away and it happens to hit C — "merely one dyadic relation followed by another" (CP 1.345)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Simmel: the third opens a second route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Two: when one refuses, "only the other remains, without any superindividual energy"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Three: "each pair of elements are now joined by a broken line"</a:t>
            </a:r>
          </a:p>
          <a:p>
            <a:pPr algn="l">
              <a:spcBef>
                <a:spcPts val="1400"/>
              </a:spcBef>
            </a:pPr>
            <a:r>
              <a:rPr sz="2200" b="0" i="0">
                <a:solidFill>
                  <a:srgbClr val="000000"/>
                </a:solidFill>
                <a:latin typeface="Courier New"/>
              </a:rPr>
              <a:t>A ——— B   directly</a:t>
            </a:r>
          </a:p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000000"/>
                </a:solidFill>
                <a:latin typeface="Courier New"/>
              </a:rPr>
              <a:t>A — C — B also, for every pair</a:t>
            </a:r>
          </a:p>
          <a:p>
            <a:pPr algn="l">
              <a:spcBef>
                <a:spcPts val="1400"/>
              </a:spcBef>
            </a:pPr>
            <a:r>
              <a:rPr sz="1800" b="0" i="0">
                <a:solidFill>
                  <a:srgbClr val="000000"/>
                </a:solidFill>
                <a:latin typeface="Arial"/>
              </a:rPr>
              <a:t>— Simmel, 1902 (trans. Small)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Three parties are not yet a triad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A third too distant from the other two leaves "configurations of twos"</a:t>
            </a:r>
          </a:p>
          <a:p>
            <a:pPr algn="l">
              <a:spcBef>
                <a:spcPts val="1400"/>
              </a:spcBef>
            </a:pPr>
            <a:r>
              <a:rPr sz="1800" b="0" i="0">
                <a:solidFill>
                  <a:srgbClr val="000000"/>
                </a:solidFill>
                <a:latin typeface="Arial"/>
              </a:rPr>
              <a:t>— Simmel, 1902 (Zweierkonfigurationen, 1908)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Three is necessary. It is not sufficient.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Dyadic predicates suffice — with new objects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Löwenheim 1915: binary relatives suffice, over a domain of pairs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Kalmár 1936: one binary relation, for deciding satisfiability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Quine 1954: any first-order theory, with "only one predicate letter, and it a dyadic one"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None of them aimed it at Peirce.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Every reduction keeps the junction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"A gives B to C" → mint g, the giving: giver(g, A) · gift(g, B) · recipient(g, C)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Kempe: a unit · Peirce: "this action" · Löwenheim and Quine: pairs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Dyads build a triad only with a three-way junction. Without one, never.</a:t>
            </a:r>
          </a:p>
          <a:p>
            <a:pPr algn="l">
              <a:spcBef>
                <a:spcPts val="1400"/>
              </a:spcBef>
            </a:pPr>
            <a:r>
              <a:rPr sz="1800" b="0" i="0">
                <a:solidFill>
                  <a:srgbClr val="000000"/>
                </a:solidFill>
                <a:latin typeface="Arial"/>
              </a:rPr>
              <a:t>— Hereth Correia &amp; Pöschel 2006; Koshkin 2025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Both right, or not both right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1">
                <a:solidFill>
                  <a:srgbClr val="000000"/>
                </a:solidFill>
                <a:latin typeface="Arial"/>
              </a:rPr>
              <a:t>both Peirce and Quine were correct: the issue entirely depends on exactly what constructive resources are to be allowed</a:t>
            </a:r>
          </a:p>
          <a:p>
            <a:pPr algn="l">
              <a:spcBef>
                <a:spcPts val="1400"/>
              </a:spcBef>
            </a:pPr>
            <a:r>
              <a:rPr sz="1800" b="0" i="0">
                <a:solidFill>
                  <a:srgbClr val="000000"/>
                </a:solidFill>
                <a:latin typeface="Arial"/>
              </a:rPr>
              <a:t>— Burch, Stanford Encyclopedia of Philosophy</a:t>
            </a:r>
          </a:p>
          <a:p>
            <a:pPr algn="l">
              <a:spcBef>
                <a:spcPts val="1400"/>
              </a:spcBef>
            </a:pPr>
            <a:r>
              <a:rPr sz="2400" b="0" i="1">
                <a:solidFill>
                  <a:srgbClr val="000000"/>
                </a:solidFill>
                <a:latin typeface="Arial"/>
              </a:rPr>
              <a:t>It cannot simply be that Peirce and Quine are both right.</a:t>
            </a:r>
          </a:p>
          <a:p>
            <a:pPr algn="l">
              <a:spcBef>
                <a:spcPts val="1400"/>
              </a:spcBef>
            </a:pPr>
            <a:r>
              <a:rPr sz="1800" b="0" i="0">
                <a:solidFill>
                  <a:srgbClr val="000000"/>
                </a:solidFill>
                <a:latin typeface="Arial"/>
              </a:rPr>
              <a:t>— Koshkin, 2022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Give the junction a direction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Triad = a party jointly determined by two others, inside a whole that does not factor.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Φ: what a system loses under its weakest cut (IIT 4.0). Φ = 0: it splits into parts.</a:t>
            </a:r>
          </a:p>
          <a:p>
            <a:pPr algn="l">
              <a:spcBef>
                <a:spcPts val="1400"/>
              </a:spcBef>
            </a:pPr>
            <a:r>
              <a:rPr sz="2200" b="0" i="0">
                <a:solidFill>
                  <a:srgbClr val="000000"/>
                </a:solidFill>
                <a:latin typeface="Courier New"/>
              </a:rPr>
              <a:t>A &lt;-&gt; M &lt;-&gt; B     M' = A and B;  A' = M;  B' = M</a:t>
            </a:r>
          </a:p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000000"/>
                </a:solidFill>
                <a:latin typeface="Courier New"/>
              </a:rPr>
              <a:t>Φ = 2.0   all three in the core   "the control"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Composing pairs: the prediction failed, then was located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89 one-input wirings: pre-registered H1 REFUTED — branches make three-party facts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Every three-party fact is a fan-out: one element read by several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On the cause side: the element plus its one source, never more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Φ alone is not the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Wholes, no joint determination: mutual pair, ring of copies, imitation of giving — Φ = 2.0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Joint determination in a whole: the control, genuine giving, a sign that acts back on its object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Joint determination, no whole: 11 of 30 fresh forms (pre-registered)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Two forms of coordination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Literacy: writer → text → reader — a chain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Algorithmacy: A &lt;-&gt; M &lt;-&gt; B, M set by both at once — a whole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Every sign is triadic. The coordination is a chain.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Older than AI: Simmel's arbitrator, a shared tally, meet the same criterion.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A target literacy cannot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Among fixed parties, one-input determination never composes joint determination.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Joint determination in a whole exists.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So coordination through a jointly determined third has a target of its own.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Boolean models, not people. No platform's rule modelled.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