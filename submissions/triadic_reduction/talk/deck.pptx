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I want to ask an old question from logic, because I think its answer decides whether</a:t>
            </a:r>
          </a:p>
          <a:p>
            <a:r>
              <a:t>algorithmacy names anything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word. We already have names for the sensibilities a medium demands. Oracy is the ability</a:t>
            </a:r>
          </a:p>
          <a:p>
            <a:r>
              <a:t>to understand commands, spoken and heard. Literacy is the sensibility to navigate a text. Numeracy is the</a:t>
            </a:r>
          </a:p>
          <a:p>
            <a:r>
              <a:t>sensibility to navigate numbers. Each names a competence that a new medium made necessary.</a:t>
            </a:r>
          </a:p>
          <a:p/>
          <a:p>
            <a:r>
              <a:t>Algorithmacy, as I use it, is the sensibility to navigate triadic coordination: coordinating with someone</a:t>
            </a:r>
          </a:p>
          <a:p>
            <a:r>
              <a:t>through a third that both of you shape and that shapes you both. The platform between a driver and a</a:t>
            </a:r>
          </a:p>
          <a:p>
            <a:r>
              <a:t>rider is the picture most of us have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those words rests on a claim about what exists. Literacy only makes sense if texts are a</a:t>
            </a:r>
          </a:p>
          <a:p>
            <a:r>
              <a:t>kind of thing. Algorithmacy only makes sense if triads are a kind of thing. So the question is</a:t>
            </a:r>
          </a:p>
          <a:p>
            <a:r>
              <a:t>ontological. Do triads reduce to dyads?</a:t>
            </a:r>
          </a:p>
          <a:p/>
          <a:p>
            <a:r>
              <a:t>If they do, then any three-way coordination is just two pairs stacked together. Navigating it takes</a:t>
            </a:r>
          </a:p>
          <a:p>
            <a:r>
              <a:t>nothing more than navigating pairs, and algorithmacy is not a thing. If some triads do not reduce, then</a:t>
            </a:r>
          </a:p>
          <a:p>
            <a:r>
              <a:t>algorithmacy has a target of its own.</a:t>
            </a:r>
          </a:p>
          <a:p/>
          <a:p>
            <a:r>
              <a:t>Philosophy has argued about exactly this question. I'll take you through Peirce, who said triads are</a:t>
            </a:r>
          </a:p>
          <a:p>
            <a:r>
              <a:t>irreducible; Quine, whose logic seemed to show they are not; the logicians who worked out who was right;</a:t>
            </a:r>
          </a:p>
          <a:p>
            <a:r>
              <a:t>and then our own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 Sanders Peirce built his philosophy on three categories. Firstness is quality, what a thing is</a:t>
            </a:r>
          </a:p>
          <a:p>
            <a:r>
              <a:t>"regardless of aught else" — the redness of red, before it touches anything. Secondness is reaction, one</a:t>
            </a:r>
          </a:p>
          <a:p>
            <a:r>
              <a:t>thing pushing against another: "cause and effect are two", he wrote. Thirdness is mediation, "the medium</a:t>
            </a:r>
          </a:p>
          <a:p>
            <a:r>
              <a:t>or connecting bond between the absolute first and last". A sign that stands between a thing and the mind</a:t>
            </a:r>
          </a:p>
          <a:p>
            <a:r>
              <a:t>that reads it. A law that connects a cause to its effect. A contract that binds two people to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Peirce's central claim is that Thirdness is its own kind of being. A genuine triad, he wrote, is one whose</a:t>
            </a:r>
          </a:p>
          <a:p>
            <a:r>
              <a:t>"three members are bound together by it in a way that does not consist in any complexus of dyadic</a:t>
            </a:r>
          </a:p>
          <a:p>
            <a:r>
              <a:t>relations". You cannot build it out of pairs.</a:t>
            </a:r>
          </a:p>
          <a:p/>
          <a:p>
            <a:r>
              <a:t>He first stated the thesis, without proof, in 1870, and it has two halves. No triad can be built from</a:t>
            </a:r>
          </a:p>
          <a:p>
            <a:r>
              <a:t>dyads. And every relation among four or more things can be built from triads. So three is enough to build</a:t>
            </a:r>
          </a:p>
          <a:p>
            <a:r>
              <a:t>everything, and nothing less will do. He argued for it later, in three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argument is an example. "A gives B to C." Peirce writes: "This does not consist in A's throwing</a:t>
            </a:r>
          </a:p>
          <a:p>
            <a:r>
              <a:t>B away and its accidentally hitting C". If that were all that happened, it would be "merely one dyadic</a:t>
            </a:r>
          </a:p>
          <a:p>
            <a:r>
              <a:t>relation followed by another". A throws. The thing hits. Two pairs.</a:t>
            </a:r>
          </a:p>
          <a:p/>
          <a:p>
            <a:r>
              <a:t>Giving is different. Giving transfers a right. The giver, the gift and the receiver are held in one fact,</a:t>
            </a:r>
          </a:p>
          <a:p>
            <a:r>
              <a:t>and no sequence of two-party events adds up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argument is arithmetic. Peirce drew relations as spots with tails, one tail for each place.</a:t>
            </a:r>
          </a:p>
          <a:p>
            <a:r>
              <a:t>A quality has one tail. A pair has two. When you join two relations, you tie a tail of one to a tail of</a:t>
            </a:r>
          </a:p>
          <a:p>
            <a:r>
              <a:t>the other, and those two tails disappear. So joining two pairs gives two plus two minus two: a pair</a:t>
            </a:r>
          </a:p>
          <a:p>
            <a:r>
              <a:t>again. However many pairs you chain, "you can never by such joining make a graph with three tails".</a:t>
            </a:r>
          </a:p>
          <a:p/>
          <a:p>
            <a:r>
              <a:t>Triads behave differently. Three plus three minus two is four, and from there you can reach anything. In</a:t>
            </a:r>
          </a:p>
          <a:p>
            <a:r>
              <a:t>1897 he put it in one line: "artiads, or even-ads, can produce only artiads". Even plus even minus two</a:t>
            </a:r>
          </a:p>
          <a:p>
            <a:r>
              <a:t>stays even,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argument concerns a place where three lines meet. If you let three tails meet at one point,</a:t>
            </a:r>
          </a:p>
          <a:p>
            <a:r>
              <a:t>haven't you built a triad out of pairs? Peirce's answer: the meeting point is itself a relation. "Every</a:t>
            </a:r>
          </a:p>
          <a:p>
            <a:r>
              <a:t>node of bonds is equivalent to a relative."</a:t>
            </a:r>
          </a:p>
          <a:p/>
          <a:p>
            <a:r>
              <a:t>Alfred Kempe's memoir of 1886 did exactly what that question suggests. It redrew a triad as a small unit</a:t>
            </a:r>
          </a:p>
          <a:p>
            <a:r>
              <a:t>with three plain links, so that nothing three-place appears. Kempe never mentioned Peirce, but Peirce saw</a:t>
            </a:r>
          </a:p>
          <a:p>
            <a:r>
              <a:t>the danger and called it "a formidable objection". In 1892 he conceded that Kempe's diagrams could express</a:t>
            </a:r>
          </a:p>
          <a:p>
            <a:r>
              <a:t>giving, and modified his position without surrendering it: the mediation is still there, in "the</a:t>
            </a:r>
          </a:p>
          <a:p>
            <a:r>
              <a:t>attachment of lines to spots", and in an abstraction the diagram never shows being made. Hold on to that</a:t>
            </a:r>
          </a:p>
          <a:p>
            <a:r>
              <a:t>point about the junction. It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Georg Simmel reached the same step from the sociology of groups. In a pair, when one member refuses,</a:t>
            </a:r>
          </a:p>
          <a:p>
            <a:r>
              <a:t>"only the other remains". Add a third and something new appears: "each pair of elements are now joined by</a:t>
            </a:r>
          </a:p>
          <a:p>
            <a:r>
              <a:t>a broken line", a route that runs through the third. But Simmel also saw that three people are not</a:t>
            </a:r>
          </a:p>
          <a:p>
            <a:r>
              <a:t>automatically a triad. A third too distant from the other two leaves only "configurations of twos". So the</a:t>
            </a:r>
          </a:p>
          <a:p>
            <a:r>
              <a:t>count of three is necessary, and it is not enough. That was the case for triads. Now the case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1954 W. V. Quine proved a striking result. Take any theory written in ordinary first-order logic, with</a:t>
            </a:r>
          </a:p>
          <a:p>
            <a:r>
              <a:t>as many relations of as many places as you like. It can be rewritten as a theory in which "there is only</a:t>
            </a:r>
          </a:p>
          <a:p>
            <a:r>
              <a:t>one predicate letter, and it a dyadic one". One two-place relation is enough for everything.</a:t>
            </a:r>
          </a:p>
          <a:p/>
          <a:p>
            <a:r>
              <a:t>His tools were "a fragment of set theory" and the ordered pair: a way to package two things as one thing.</a:t>
            </a:r>
          </a:p>
          <a:p>
            <a:r>
              <a:t>And one more move, which matters: the new theory's universe is enlarged to contain all those pairs.</a:t>
            </a:r>
          </a:p>
          <a:p>
            <a:r>
              <a:t>Leopold Löwenheim had done something similar with pairs in 1915.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how it works. Take the relation "A gives B to C". First package B and C into a pair. Then</a:t>
            </a:r>
          </a:p>
          <a:p>
            <a:r>
              <a:t>package A with that pair, and tag the result with which relation it belongs to. Now "A, B, C" is one new</a:t>
            </a:r>
          </a:p>
          <a:p>
            <a:r>
              <a:t>object in the enlarged universe. And "A gives B to C" becomes a single two-place fact about that object.</a:t>
            </a:r>
          </a:p>
          <a:p/>
          <a:p>
            <a:r>
              <a:t>Do that for every relation, of any number of places, and every relation in the theory has become</a:t>
            </a:r>
          </a:p>
          <a:p>
            <a:r>
              <a:t>two-place. The triad has disappeared into a tuple.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be exact about the history: Quine never named Peirce in this paper, and never drew the conclusion</a:t>
            </a:r>
          </a:p>
          <a:p>
            <a:r>
              <a:t>himself. Others did. Robert Burch reports that after Quine's proof, many doubted Peirce's thesis. And you</a:t>
            </a:r>
          </a:p>
          <a:p>
            <a:r>
              <a:t>can see why. If any triad can be rewritten as pairs, then Thirdness is not a kind of being. It is a</a:t>
            </a:r>
          </a:p>
          <a:p>
            <a:r>
              <a:t>feature of our notation, which set theory can remove.</a:t>
            </a:r>
          </a:p>
          <a:p/>
          <a:p>
            <a:r>
              <a:t>And if that is right, then algorithmacy is not a thing. So who is right?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logicians who came after both of them made the question precise, and the answer turned on the</a:t>
            </a:r>
          </a:p>
          <a:p>
            <a:r>
              <a:t>operations you allow. Hans Herzberger showed in 1981 that Peirce's thesis holds as a theorem for</a:t>
            </a:r>
          </a:p>
          <a:p>
            <a:r>
              <a:t>constructions that obey Peirce's valency rule, the tail-counting of slide seven, and that can form relative</a:t>
            </a:r>
          </a:p>
          <a:p>
            <a:r>
              <a:t>products. He also showed the other side: under standard notions of definability, "the reduction thesis</a:t>
            </a:r>
          </a:p>
          <a:p>
            <a:r>
              <a:t>collapses". Same author, same paper, two theorems. Robert Burch then built a whole Peircean algebra in 1991</a:t>
            </a:r>
          </a:p>
          <a:p>
            <a:r>
              <a:t>and proved the thesis inside it, under a restriction on how relations may be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Later work located the difference exactly. Joachim Hereth Correia and Reinhard Pöschel proved in 2006</a:t>
            </a:r>
          </a:p>
          <a:p>
            <a:r>
              <a:t>that in Peirce's own algebra, on any domain of two or more things, one- and two-place relations never build</a:t>
            </a:r>
          </a:p>
          <a:p>
            <a:r>
              <a:t>the three-way identity: the relation that says three things are one and the same. Frithjof Dau and Hereth</a:t>
            </a:r>
          </a:p>
          <a:p>
            <a:r>
              <a:t>Correia pointed out that ordinary relational algebra can build it, but only because it is "hidden in the</a:t>
            </a:r>
          </a:p>
          <a:p>
            <a:r>
              <a:t>operations", in the step that lets one variable stand in three places. And Sergiy Koshkin has shown that</a:t>
            </a:r>
          </a:p>
          <a:p>
            <a:r>
              <a:t>when a variable may be shared freely, three-place relations do reduce to two-place ones on any finite</a:t>
            </a:r>
          </a:p>
          <a:p>
            <a:r>
              <a:t>domain of three or more values, while on two-valued domains some do not.</a:t>
            </a:r>
          </a:p>
          <a:p/>
          <a:p>
            <a:r>
              <a:t>Notice where every one of these results lands: on Peirce's third argument, the junction.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is the verdict? Burch, writing in the Stanford Encyclopedia, puts it this way: "both Peirce and</a:t>
            </a:r>
          </a:p>
          <a:p>
            <a:r>
              <a:t>Quine were correct: the issue entirely depends on exactly what constructive resources are to be allowed".</a:t>
            </a:r>
          </a:p>
          <a:p>
            <a:r>
              <a:t>Koshkin is less comfortable with a truce: "It cannot simply be that Peirce and Quine are both right." His</a:t>
            </a:r>
          </a:p>
          <a:p>
            <a:r>
              <a:t>view is that once you count each three-way junction as a triad, Peirce comes out right.</a:t>
            </a:r>
          </a:p>
          <a:p/>
          <a:p>
            <a:r>
              <a:t>For our purposes, the upshot is this. Some triads reduce, and some do not, and the logicians have exact</a:t>
            </a:r>
          </a:p>
          <a:p>
            <a:r>
              <a:t>tests for which: but their tests apply to relations as sets of tuples, and they depend on the operations</a:t>
            </a:r>
          </a:p>
          <a:p>
            <a:r>
              <a:t>you allow. What algorithmacy needs is different. It needs a test for coordination as a running system:</a:t>
            </a:r>
          </a:p>
          <a:p>
            <a:r>
              <a:t>for a given form of coordination, is its third genuine, or two pairs in disguise? Koshkin himself pointed</a:t>
            </a:r>
          </a:p>
          <a:p>
            <a:r>
              <a:t>toward information integration as the place to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argument is that integrated information theory, IIT, supplies a causal version of that test. IIT asks</a:t>
            </a:r>
          </a:p>
          <a:p>
            <a:r>
              <a:t>one question of a system: if you cut it into independent parts, what do you lose? Φ measures what is lost</a:t>
            </a:r>
          </a:p>
          <a:p>
            <a:r>
              <a:t>under the least damaging cut. If Φ is zero, the system splits at some cut. If Φ is above zero, every cut</a:t>
            </a:r>
          </a:p>
          <a:p>
            <a:r>
              <a:t>loses something. IIT also tells us, element by element, which other elements each one depends on</a:t>
            </a:r>
          </a:p>
          <a:p>
            <a:r>
              <a:t>irreducibly.</a:t>
            </a:r>
          </a:p>
          <a:p/>
          <a:p>
            <a:r>
              <a:t>That gives us a precise meaning for an irreducible triad: a party whose state depends irreducibly on two</a:t>
            </a:r>
          </a:p>
          <a:p>
            <a:r>
              <a:t>others at once, with all three inside one whole. Here is the smallest example. M turns on only when A and</a:t>
            </a:r>
          </a:p>
          <a:p>
            <a:r>
              <a:t>B are both on, like a deal that closes only when both sign, and A and B each follow M. IIT finds the whole</a:t>
            </a:r>
          </a:p>
          <a:p>
            <a:r>
              <a:t>irreducible, Φ equal to 2.0, with all three in the core, the largest part that is itself a whole. And M</a:t>
            </a:r>
          </a:p>
          <a:p>
            <a:r>
              <a:t>depends on A and B together; its rule cannot be split into a part that answers to A and a part that</a:t>
            </a:r>
          </a:p>
          <a:p>
            <a:r>
              <a:t>answers to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then used this test to sort cases. First, Peirce's side of the question. We built every system in</a:t>
            </a:r>
          </a:p>
          <a:p>
            <a:r>
              <a:t>which each element simply copies one other: 89 wirings at three and four elements, chained, looped or</a:t>
            </a:r>
          </a:p>
          <a:p>
            <a:r>
              <a:t>branched. No element in any of them depends on two others at once. Pairs make pairs, as Peirce said. I</a:t>
            </a:r>
          </a:p>
          <a:p>
            <a:r>
              <a:t>should say plainly that we split cause from effect after seeing the result, and that a copying element</a:t>
            </a:r>
          </a:p>
          <a:p>
            <a:r>
              <a:t>has only one cause, so this is close to true by construction. We also checked the instrument on thirteen</a:t>
            </a:r>
          </a:p>
          <a:p>
            <a:r>
              <a:t>kinds of wiring at five elements, with the same result.</a:t>
            </a:r>
          </a:p>
          <a:p/>
          <a:p>
            <a:r>
              <a:t>Second, the sorting itself. We fixed the criterion in advance and tested it on thirty four-element systems</a:t>
            </a:r>
          </a:p>
          <a:p>
            <a:r>
              <a:t>nobody had read under it, each element driven by two others. Wholes can lack a triad: a ring of pairs is</a:t>
            </a:r>
          </a:p>
          <a:p>
            <a:r>
              <a:t>one whole, at Φ equal to 2.0, with no one depending on two others. Triads can lack a whole: in eleven of</a:t>
            </a:r>
          </a:p>
          <a:p>
            <a:r>
              <a:t>the thirty, a party depends on two others at once while the system splits. And in five of the thirty, as in</a:t>
            </a:r>
          </a:p>
          <a:p>
            <a:r>
              <a:t>the control and in genuine giving, the triad sits inside the whole. The rest have neither, or a triad</a:t>
            </a:r>
          </a:p>
          <a:p>
            <a:r>
              <a:t>outside the core. So IIT gives a causal version of the line the logicians drew.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here is the answer to the ontological question. Triads do not all reduce to dyads. The ones that do</a:t>
            </a:r>
          </a:p>
          <a:p>
            <a:r>
              <a:t>not, in these models, are a third fixed by two parties jointly, inside one whole with them. Those are</a:t>
            </a:r>
          </a:p>
          <a:p>
            <a:r>
              <a:t>algorithmacy's targets. Literacy is the sensibility for chains, where one person fixes a text and another</a:t>
            </a:r>
          </a:p>
          <a:p>
            <a:r>
              <a:t>reads it. Algorithmacy is the sensibility for these.</a:t>
            </a:r>
          </a:p>
          <a:p/>
          <a:p>
            <a:r>
              <a:t>The target is older than AI. An arbitrator has this form, deciding from both sides and binding both; so</a:t>
            </a:r>
          </a:p>
          <a:p>
            <a:r>
              <a:t>does a tally that both sides write and both read. What is new is that this form now runs through ordinary</a:t>
            </a:r>
          </a:p>
          <a:p>
            <a:r>
              <a:t>work and life at scale, mostly through algorithms, and that is why the sensibility needs a name.</a:t>
            </a:r>
          </a:p>
          <a:p/>
          <a:p>
            <a:r>
              <a:t>Two limits. These are models, not people: we have measured no worker and modelled no platform's rule.</a:t>
            </a:r>
          </a:p>
          <a:p>
            <a:r>
              <a:t>And whether two parties count as separate units is itself a choice; IIT has its own test for that, and</a:t>
            </a:r>
          </a:p>
          <a:p>
            <a:r>
              <a:t>running it is our next step.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 i="0">
                <a:solidFill>
                  <a:srgbClr val="000000"/>
                </a:solidFill>
                <a:latin typeface="Arial"/>
              </a:rPr>
              <a:t>Do Triads Reduce to Dyads?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4577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Ontology of Algorithmacy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ALGOCON · Port of Spain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Four sensibilities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Oracy: understanding commands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Literacy: navigating a text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Numeracy: navigating numbers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Algorithmacy: navigating triadic coordination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The ontological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Do triads reduce to dyads?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If they do, algorithmacy is not a thing.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If some do not, algorithmacy has a target.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Peirce · Quine · the logicians · our argument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Peirce: three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Firstness: "such as it is regardless of aught else" (CP 1.25)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Secondness: "cause and effect are two" (CP 1.325)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Thirdness: "the medium or connecting bond between the absolute first and last" (CP 1.337)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Thirdness is its own kind of being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its three members are bound together by it in a way that does not consist in any complexus of dyadic relations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CP 2.274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reduction thesis, first stated without proof in 1870: no triad from dyads; every higher relation from triads.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Argument 1: giving is not throwing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A gives B to C. This does not consist in A's throwing B away and its accidentally hitting C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… merely one dyadic relation followed by another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CP 1.345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Argument 2: pairs only make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you can never by such joining make a graph with three tails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CP 1.346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2 + 2 − 2 = 2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3 + 3 − 2 = 4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artiads, or even-ads, can produce only artiads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1897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Argument 3: the junction is a triad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every node of bonds is equivalent to a relative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1897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Kempe, 1886: redraw a triad as a unit with three links.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Peirce, 1892: "a formidable objection" — yet the mediation is still there, in "the attachment of lines to spots"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Simmel: the third changes the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Two: when one refuses, "only the other remains"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Three: "each pair of elements are now joined by a broken line"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But a distant third leaves "configurations of twos"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Simmel, 1902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Quine: one two-place predicate is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there is only one predicate letter, and it a dyadic one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Quine, 1954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Tools: "a fragment of set theory", ordered pairs, and a universe enlarged to contain them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Löwenheim had done something similar in 1915.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How the reduction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gives(A, B, C)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  becomes one new object:  (tag, A, (B, C))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  and one two-place fact about it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Every relation becomes dyadic, over a larger universe.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If Quine is right, Thirdness is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Any triad can be rewritten as pairs.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Then Thirdness is not a kind of being.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Then algorithmacy is not a thing.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The logicians: it depends on the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Herzberger 1981: the thesis holds for valency-regular constructions with relative products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the reduction thesis collapses under standard notions of definability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Herzberger, 1981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Burch 1991: a proof inside Peircean algebra, under a restriction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The three-way junction decides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Hereth Correia &amp; Pöschel 2006: in Peirce's algebra, pairs alone never build the three-way identity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Dau &amp; Hereth Correia 2006: in relational algebra it is "hidden in the operations"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Koshkin 2025: with free variable-sharing, triads reduce to pairs on domains of 3+ values; on two-valued domains some do not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Both correct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both Peirce and Quine were correct: the issue entirely depends on exactly what constructive resources are to be allowed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Burch, Stanford Encyclopedia of Philosophy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It cannot simply be that Peirce and Quine are both right.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Koshkin, 2022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Logic tests relations as sets of tuples. It has no test for coordination as a running system.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Our argument: a causal test for irreducible triads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Φ: what a system loses under its weakest cut. Φ = 0: it splits at some cut.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IIT also reads, element by element, what each depends on irreducibly.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Irreducible triad: a party jointly determined by two others, all three inside one whole.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M' = A and B;  A' = M;  B' = M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Φ = 2.0, all three in the core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What IIT sorts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Pairs chained, looped or branched: no one jointly determined (89 wirings; post hoc)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 whole, no triad: a ring of pairs, Φ = 2.0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 triad, no whole: 11 of 30 fresh four-element systems, Φ = 0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 triad in a whole: the control, genuine giving; 5 of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Algorithmacy's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irreducible triads: a third fixed by two parties jointly, inside one whole with them.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Older than AI: an arbitrator, a shared tally. Now at scale, through algorithms.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Literacy handles chains. Algorithmacy handles these.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Boolean models, not people. No platform's rule modelled.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